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 NYC HACKATHON · BUILD YOUR OWN SOFTWARE FACTORY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 Software Factory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idea or GitHub issue in — a working, security-gated PoC out.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697480"/>
            <a:ext cx="1581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/ Issue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249424" y="2697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42032" y="2697480"/>
            <a:ext cx="1161288" cy="457200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2697480"/>
            <a:ext cx="1161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Spec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30752" y="2697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23360" y="2697480"/>
            <a:ext cx="1687068" cy="457200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697480"/>
            <a:ext cx="16870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Build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737860" y="2697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30468" y="269748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0468" y="2697480"/>
            <a:ext cx="1581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Gate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39812" y="2697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86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32420" y="2697480"/>
            <a:ext cx="2107692" cy="457200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2420" y="2697480"/>
            <a:ext cx="21076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+ Live Preview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85216" y="3648456"/>
            <a:ext cx="11082528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94A3B8">
                <a:alpha val="45000"/>
              </a:srgbClr>
            </a:outerShdw>
          </a:effectLst>
        </p:spPr>
      </p:sp>
      <p:pic>
        <p:nvPicPr>
          <p:cNvPr id="20" name="Image 0" descr="/Users/cubiczan/Desktop/icohangar-repos/superplane-software-factory/assets/superplane-canva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703320"/>
            <a:ext cx="10972800" cy="21945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factory canvas — 28 nodes, 0 errors / 0 warnings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979615" y="5989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Cubiczan  ·  software-factory-246a.onrender.com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features is manual — and "let an agent do it" adds new risk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777240" cy="7772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870" dirty="0"/>
          </a:p>
        </p:txBody>
      </p:sp>
      <p:sp>
        <p:nvSpPr>
          <p:cNvPr id="7" name="Text 5"/>
          <p:cNvSpPr/>
          <p:nvPr/>
        </p:nvSpPr>
        <p:spPr>
          <a:xfrm>
            <a:off x="1965960" y="22860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production is slow &amp; hands-on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spec → code → review → deploy is stitched by hand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context and time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PoCs for backlog issues rarely get built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187452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2240280"/>
            <a:ext cx="777240" cy="7772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70" dirty="0"/>
          </a:p>
        </p:txBody>
      </p:sp>
      <p:sp>
        <p:nvSpPr>
          <p:cNvPr id="12" name="Text 10"/>
          <p:cNvSpPr/>
          <p:nvPr/>
        </p:nvSpPr>
        <p:spPr>
          <a:xfrm>
            <a:off x="7543800" y="22860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factories create new attack surface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write &amp; ship code = agentic-AI system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becomes a code-execution path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access becomes lateral movement — SAST never modeled this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bet: automate the whole loop on SuperPlane — and put an agentic-AI threat model in the gate before any PR.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factory, fully on the SuperPlane canvas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084832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1170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1719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Request or /factory on an issue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06624" y="1783080"/>
            <a:ext cx="182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89504" y="1783080"/>
            <a:ext cx="2084832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2384" y="196596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072384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3712464" y="1965960"/>
            <a:ext cx="1170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72384" y="2651760"/>
            <a:ext cx="1719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writes &amp; validates a spec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56048" y="1783080"/>
            <a:ext cx="182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38928" y="1783080"/>
            <a:ext cx="2084832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21808" y="196596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5321808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5961888" y="1965960"/>
            <a:ext cx="1170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21808" y="2651760"/>
            <a:ext cx="1719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Daytona sandbox implements + build gate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05472" y="1783080"/>
            <a:ext cx="182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88352" y="1783080"/>
            <a:ext cx="2084832" cy="18288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71232" y="196596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7571232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8211312" y="1965960"/>
            <a:ext cx="1170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571232" y="2651760"/>
            <a:ext cx="1719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 · MAESTRO threat gate (critical = blocked)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54896" y="1783080"/>
            <a:ext cx="182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637776" y="1783080"/>
            <a:ext cx="2084832" cy="1828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0656" y="196596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0" name="Text 28"/>
          <p:cNvSpPr/>
          <p:nvPr/>
        </p:nvSpPr>
        <p:spPr>
          <a:xfrm>
            <a:off x="9820656" y="1965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10460736" y="1965960"/>
            <a:ext cx="1170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20656" y="2651760"/>
            <a:ext cx="1719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+ Render preview, live URL on the PR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validates the previous one — a failed gate never produces a PR.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14984" y="4151376"/>
            <a:ext cx="10168128" cy="2121408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94A3B8">
                <a:alpha val="45000"/>
              </a:srgbClr>
            </a:outerShdw>
          </a:effectLst>
        </p:spPr>
      </p:sp>
      <p:pic>
        <p:nvPicPr>
          <p:cNvPr id="35" name="Image 0" descr="/Users/cubiczan/Desktop/icohangar-repos/superplane-software-factory/assets/superplane-canva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4206240"/>
            <a:ext cx="10058400" cy="201168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069848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 canvas — 28 nodes across the five stages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 is the orchestration backbone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64" dirty="0"/>
          </a:p>
        </p:txBody>
      </p:sp>
      <p:sp>
        <p:nvSpPr>
          <p:cNvPr id="6" name="Text 4"/>
          <p:cNvSpPr/>
          <p:nvPr/>
        </p:nvSpPr>
        <p:spPr>
          <a:xfrm>
            <a:off x="1417320" y="176479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pipeline, gates &amp; human approval on one canvas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243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64" dirty="0"/>
          </a:p>
        </p:txBody>
      </p:sp>
      <p:sp>
        <p:nvSpPr>
          <p:cNvPr id="10" name="Text 8"/>
          <p:cNvSpPr/>
          <p:nvPr/>
        </p:nvSpPr>
        <p:spPr>
          <a:xfrm>
            <a:off x="1417320" y="26060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417320" y="28986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spec + implementation generation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655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417320" y="34472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Daytona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417320" y="373989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clone, code write, build verify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06824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0682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1364" dirty="0"/>
          </a:p>
        </p:txBody>
      </p:sp>
      <p:sp>
        <p:nvSpPr>
          <p:cNvPr id="18" name="Text 16"/>
          <p:cNvSpPr/>
          <p:nvPr/>
        </p:nvSpPr>
        <p:spPr>
          <a:xfrm>
            <a:off x="1417320" y="4288536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 · MAESTRO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17320" y="45811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Agentic-AI threat gate before any PR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48072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480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364" dirty="0"/>
          </a:p>
        </p:txBody>
      </p:sp>
      <p:sp>
        <p:nvSpPr>
          <p:cNvPr id="22" name="Text 20"/>
          <p:cNvSpPr/>
          <p:nvPr/>
        </p:nvSpPr>
        <p:spPr>
          <a:xfrm>
            <a:off x="1417320" y="512978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417320" y="542239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PoC / PR preview hosting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071616" y="1773936"/>
            <a:ext cx="5596128" cy="3538728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94A3B8">
                <a:alpha val="45000"/>
              </a:srgbClr>
            </a:outerShdw>
          </a:effectLst>
        </p:spPr>
      </p:sp>
      <p:pic>
        <p:nvPicPr>
          <p:cNvPr id="25" name="Image 0" descr="/Users/cubiczan/Desktop/icohangar-repos/superplane-software-factory/assets/superplane-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828800"/>
            <a:ext cx="5486400" cy="34290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12648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detail — triggers &amp; input normalization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MAESTRO security gate, in the loop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is itself an agentic-AI system.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 (Threat In, Threat Out) runs the CSA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seven-layer threat model — plus STRIDE-LM and MITRE ATT&amp;CK — and gates the change at two points: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20000"/>
              </a:lnSpc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 (in-pipeline):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scan blocks critical findings before a PR exists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 (CI):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tito-maestro.yml, fail-on: critical, + threat-diff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“Trust-boundary validation between layers is the most common, most dangerous gap.”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600200"/>
            <a:ext cx="5029200" cy="4663440"/>
          </a:xfrm>
          <a:prstGeom prst="roundRect">
            <a:avLst>
              <a:gd name="adj" fmla="val 1961"/>
            </a:avLst>
          </a:prstGeom>
          <a:solidFill>
            <a:srgbClr val="1B2742"/>
          </a:solidFill>
          <a:ln w="12700">
            <a:solidFill>
              <a:srgbClr val="2E3E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783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— 7 layers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0" y="2240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223760" y="2240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injection, jailbreak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7523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Knowledge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embedding poisoning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66560" y="326440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32644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reasoning-loop abuse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377647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23760" y="377647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&amp; Integration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poisoning, MCP attacks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885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223760" y="42885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Communication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violations, spoofing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4800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8006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Infra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escape, exhaustion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66560" y="531266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53126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&amp; Governance  </a:t>
            </a:r>
            <a:pPr indent="0" marL="0">
              <a:buNone/>
            </a:pPr>
            <a:r>
              <a:rPr lang="en-US" sz="115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compliance, provenance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584301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1–4 are where this factory lives — and where the gate focuses.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Render, deployed from the factory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85216" y="1682496"/>
            <a:ext cx="5138928" cy="3252978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94A3B8">
                <a:alpha val="45000"/>
              </a:srgbClr>
            </a:outerShdw>
          </a:effectLst>
        </p:spPr>
      </p:sp>
      <p:pic>
        <p:nvPicPr>
          <p:cNvPr id="5" name="Image 0" descr="/Users/cubiczan/Desktop/icohangar-repos/superplane-software-factory/assets/render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5029200" cy="3143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97205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service — Deployed, free instance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00216" y="1682496"/>
            <a:ext cx="5138928" cy="3252978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94A3B8">
                <a:alpha val="45000"/>
              </a:srgbClr>
            </a:outerShdw>
          </a:effectLst>
        </p:spPr>
      </p:sp>
      <p:pic>
        <p:nvPicPr>
          <p:cNvPr id="8" name="Image 1" descr="/Users/cubiczan/Desktop/icohangar-repos/superplane-software-factory/assets/live-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37360"/>
            <a:ext cx="5029200" cy="31432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55080" y="497205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deployed PoC — software-factory-246a.onrender.com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40080" y="5532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640080" y="6144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nodes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3429000" y="5532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0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3429000" y="6144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/ warnings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217920" y="5532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1"/>
          <p:cNvSpPr/>
          <p:nvPr/>
        </p:nvSpPr>
        <p:spPr>
          <a:xfrm>
            <a:off x="6217920" y="6144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orchestrated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9006840" y="5532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9006840" y="6144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mirrors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with SuperPlane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 worked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made a complex multi-tool agentic pipeline legible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(GitHub/OpenAI/Daytona/Render) wired in one place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+ human approval as first-class nodes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82880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3 biggest issues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60604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publish is opaque (no drafts publish; publish = canvas update w/o --draft-id)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service IDs hand-patched into canvas.yaml; stale values persist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edit-time feedback — secret/integration nodes show no green/clear state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Suggestions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21040" y="260604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drafts publish + live-vs-draft diff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param substitution (canvas update --set key=val)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errors that name the missing integration/secret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334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canvas export for docs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Cubiczan — SuperPlane Software Factory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spec → code → MAESTRO gate → live PR preview. Orchestrated end-to-end on SuperPlane.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1B274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2588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SuperPlane app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app.superplane.com → Software Factory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457200" cy="457200"/>
          </a:xfrm>
          <a:prstGeom prst="ellipse">
            <a:avLst/>
          </a:prstGeom>
          <a:solidFill>
            <a:srgbClr val="1B274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software-factory-246a.onrender.com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457200" cy="457200"/>
          </a:xfrm>
          <a:prstGeom prst="ellipse">
            <a:avLst/>
          </a:prstGeom>
          <a:solidFill>
            <a:srgbClr val="1B274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github.com/icohangar-ops/software-factory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486400"/>
            <a:ext cx="457200" cy="457200"/>
          </a:xfrm>
          <a:prstGeom prst="ellipse">
            <a:avLst/>
          </a:prstGeom>
          <a:solidFill>
            <a:srgbClr val="1B274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486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5486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Codeberg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codeberg.org/cubiczan/software-factory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SuperPlane · OpenAI · Daytona · TITO/MAESTRO · Render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2026-06-27T19:45:28Z</dcterms:created>
  <dcterms:modified xsi:type="dcterms:W3CDTF">2026-06-27T19:45:28Z</dcterms:modified>
</cp:coreProperties>
</file>