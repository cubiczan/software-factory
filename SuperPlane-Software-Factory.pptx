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ubicza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240280" cy="1298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NYC HACKATHON · BUILD YOUR OWN SOFTWARE FACTORY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Software Factory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154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idea or GitHub issue in — a working, security-gated PoC out.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581912" cy="438912"/>
          </a:xfrm>
          <a:prstGeom prst="roundRect">
            <a:avLst>
              <a:gd name="adj" fmla="val 50000"/>
            </a:avLst>
          </a:prstGeom>
          <a:solidFill>
            <a:srgbClr val="161D33"/>
          </a:solidFill>
          <a:ln w="12700">
            <a:solidFill>
              <a:srgbClr val="008A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84048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Issue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49424" y="384048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23744" y="3840480"/>
            <a:ext cx="1161288" cy="438912"/>
          </a:xfrm>
          <a:prstGeom prst="roundRect">
            <a:avLst>
              <a:gd name="adj" fmla="val 50000"/>
            </a:avLst>
          </a:prstGeom>
          <a:solidFill>
            <a:srgbClr val="161D33"/>
          </a:solidFill>
          <a:ln w="12700">
            <a:solidFill>
              <a:srgbClr val="008A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3744" y="3840480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Spec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12464" y="384048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86784" y="3840480"/>
            <a:ext cx="1687068" cy="438912"/>
          </a:xfrm>
          <a:prstGeom prst="roundRect">
            <a:avLst>
              <a:gd name="adj" fmla="val 50000"/>
            </a:avLst>
          </a:prstGeom>
          <a:solidFill>
            <a:srgbClr val="161D33"/>
          </a:solidFill>
          <a:ln w="12700">
            <a:solidFill>
              <a:srgbClr val="008A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86784" y="3840480"/>
            <a:ext cx="16870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Build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01284" y="384048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75604" y="3840480"/>
            <a:ext cx="1581912" cy="438912"/>
          </a:xfrm>
          <a:prstGeom prst="roundRect">
            <a:avLst>
              <a:gd name="adj" fmla="val 50000"/>
            </a:avLst>
          </a:prstGeom>
          <a:solidFill>
            <a:srgbClr val="161D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75604" y="384048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Gate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4948" y="384048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6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59268" y="3840480"/>
            <a:ext cx="2107692" cy="438912"/>
          </a:xfrm>
          <a:prstGeom prst="roundRect">
            <a:avLst>
              <a:gd name="adj" fmla="val 50000"/>
            </a:avLst>
          </a:prstGeom>
          <a:solidFill>
            <a:srgbClr val="161D33"/>
          </a:solidFill>
          <a:ln w="12700">
            <a:solidFill>
              <a:srgbClr val="008A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59268" y="3840480"/>
            <a:ext cx="21076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Live Preview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682496" y="4334256"/>
            <a:ext cx="8796528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45000"/>
              </a:srgbClr>
            </a:outerShdw>
          </a:effectLst>
        </p:spPr>
      </p:sp>
      <p:pic>
        <p:nvPicPr>
          <p:cNvPr id="21" name="Image 1" descr="/Users/cubiczan/Desktop/icohangar-repos/superplane-software-factory/assets/superplane-canvas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389120"/>
            <a:ext cx="8686800" cy="17373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0080" y="6419088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Cubiczan  ·  Production-grade, open-source, governed agentic AI  ·  software-factory-246a.onrender.com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features is manual — and "let an agent do it" adds new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749808" cy="749808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4" dirty="0"/>
          </a:p>
        </p:txBody>
      </p:sp>
      <p:sp>
        <p:nvSpPr>
          <p:cNvPr id="7" name="Text 5"/>
          <p:cNvSpPr/>
          <p:nvPr/>
        </p:nvSpPr>
        <p:spPr>
          <a:xfrm>
            <a:off x="1938528" y="212140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production is slow &amp; hands-on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572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spec → code → review → deploy stitched by hand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loses context and time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PoCs for backlog issues rarely get built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03120"/>
            <a:ext cx="749808" cy="7498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4" dirty="0"/>
          </a:p>
        </p:txBody>
      </p:sp>
      <p:sp>
        <p:nvSpPr>
          <p:cNvPr id="12" name="Text 10"/>
          <p:cNvSpPr/>
          <p:nvPr/>
        </p:nvSpPr>
        <p:spPr>
          <a:xfrm>
            <a:off x="7516368" y="212140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factories create new attack surface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572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write &amp; ship code = an agentic-AI system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becomes a code-execution path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becomes lateral movement — SAST never modeled this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bet: automate the whole loop on SuperPlane — and put an agentic-AI threat model in the gate before any PR.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www.cubiczan.com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factory, fully on the SuperPlane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or /factory on an issue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06624" y="1691640"/>
            <a:ext cx="182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9504" y="169164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1874520"/>
            <a:ext cx="548640" cy="548640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12" name="Text 10"/>
          <p:cNvSpPr/>
          <p:nvPr/>
        </p:nvSpPr>
        <p:spPr>
          <a:xfrm>
            <a:off x="307238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712464" y="187452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72384" y="254203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&amp; validates a spec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1691640"/>
            <a:ext cx="182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38928" y="169164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1874520"/>
            <a:ext cx="548640" cy="548640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18" name="Text 16"/>
          <p:cNvSpPr/>
          <p:nvPr/>
        </p:nvSpPr>
        <p:spPr>
          <a:xfrm>
            <a:off x="532180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961888" y="187452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1808" y="254203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Daytona sandbox implements + build gate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05472" y="1691640"/>
            <a:ext cx="182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88352" y="169164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1232" y="18745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57123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211312" y="187452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71232" y="254203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· MAESTRO threat gate (critical = blocked)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54896" y="1691640"/>
            <a:ext cx="182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37776" y="169164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EAF4FF"/>
          </a:solidFill>
          <a:ln w="12700">
            <a:solidFill>
              <a:srgbClr val="008A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0656" y="1874520"/>
            <a:ext cx="548640" cy="548640"/>
          </a:xfrm>
          <a:prstGeom prst="ellipse">
            <a:avLst/>
          </a:prstGeom>
          <a:solidFill>
            <a:srgbClr val="008AFC"/>
          </a:solidFill>
          <a:ln/>
        </p:spPr>
      </p:sp>
      <p:sp>
        <p:nvSpPr>
          <p:cNvPr id="30" name="Text 28"/>
          <p:cNvSpPr/>
          <p:nvPr/>
        </p:nvSpPr>
        <p:spPr>
          <a:xfrm>
            <a:off x="98206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10460736" y="187452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20656" y="254203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Render preview, live URL on the PR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validates the previous one — a failed gate never produces a PR.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225296" y="4105656"/>
            <a:ext cx="9710928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45000"/>
              </a:srgbClr>
            </a:outerShdw>
          </a:effectLst>
        </p:spPr>
      </p:sp>
      <p:pic>
        <p:nvPicPr>
          <p:cNvPr id="35" name="Image 0" descr="/Users/cubiczan/Desktop/icohangar-repos/superplane-software-factory/assets/superplane-canvas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60520"/>
            <a:ext cx="9601200" cy="19202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80160" y="6172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canvas — 28 nodes across the five stages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www.cubiczan.com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is the orchestration backbone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08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389888" y="17647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89888" y="2057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gates &amp; human approval on one canvas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389888" y="25877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89888" y="2880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spec + implementation generation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25318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389888" y="34107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Daytona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89888" y="3703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clone, code write, build verify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389888" y="42336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· MAESTRO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89888" y="4526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Agentic-AI threat gate before any PR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008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389888" y="50566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89888" y="5349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/ PR preview hosting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17336" y="1773936"/>
            <a:ext cx="5504688" cy="3481578"/>
          </a:xfrm>
          <a:prstGeom prst="roundRect">
            <a:avLst>
              <a:gd name="adj" fmla="val 157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45000"/>
              </a:srgbClr>
            </a:outerShdw>
          </a:effectLst>
        </p:spPr>
      </p:sp>
      <p:pic>
        <p:nvPicPr>
          <p:cNvPr id="25" name="Image 0" descr="/Users/cubiczan/Desktop/icohangar-repos/superplane-software-factory/assets/superplane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28800"/>
            <a:ext cx="5394960" cy="33718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172200" y="529209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detail — triggers &amp; input normalization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www.cubiczan.com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MAESTRO security gate, in the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is itself an agentic-AI system.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 (Threat In, Threat Out) runs the CSA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seven-layer threat model — plus STRIDE-LM and MITRE ATT&amp;CK — gating the change at two points: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 (in-pipeline):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scan blocks critical findings before a PR exists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 (CI):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tito-maestro.yml, fail-on: critical, + threat-diff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"Trust-boundary validation between layers is the most common, most dangerous gap."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61D33"/>
          </a:solidFill>
          <a:ln w="12700">
            <a:solidFill>
              <a:srgbClr val="2E3E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— 7 layers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jailbreak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Knowledge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embedding poisoning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reasoning-loop abuse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703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Integration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poisoning, MCP attacks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violations, spoofing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4709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4709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escape, exhaustion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5212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Governance  </a:t>
            </a:r>
            <a:pPr indent="0" marL="0">
              <a:buNone/>
            </a:pPr>
            <a:r>
              <a:rPr lang="en-US" sz="115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provenance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1–4 are where this factory lives — and where the gate focuses.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www.cubiczan.com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Render, deployed from the factory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85216" y="1636776"/>
            <a:ext cx="5138928" cy="3252978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45000"/>
              </a:srgbClr>
            </a:outerShdw>
          </a:effectLst>
        </p:spPr>
      </p:sp>
      <p:pic>
        <p:nvPicPr>
          <p:cNvPr id="5" name="Image 0" descr="/Users/cubiczan/Desktop/icohangar-repos/superplane-software-factory/assets/render-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2633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service — Deployed, free instance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00216" y="1636776"/>
            <a:ext cx="5138928" cy="3252978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45000"/>
              </a:srgbClr>
            </a:outerShdw>
          </a:effectLst>
        </p:spPr>
      </p:sp>
      <p:pic>
        <p:nvPicPr>
          <p:cNvPr id="8" name="Image 1" descr="/Users/cubiczan/Desktop/icohangar-repos/superplane-software-factory/assets/live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029200" cy="3143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92633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PoC — software-factory-246a.onrender.com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5486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100" dirty="0"/>
          </a:p>
        </p:txBody>
      </p:sp>
      <p:sp>
        <p:nvSpPr>
          <p:cNvPr id="11" name="Text 7"/>
          <p:cNvSpPr/>
          <p:nvPr/>
        </p:nvSpPr>
        <p:spPr>
          <a:xfrm>
            <a:off x="640080" y="6053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nodes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29000" y="5486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3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</a:t>
            </a:r>
            <a:endParaRPr lang="en-US" sz="3100" dirty="0"/>
          </a:p>
        </p:txBody>
      </p:sp>
      <p:sp>
        <p:nvSpPr>
          <p:cNvPr id="13" name="Text 9"/>
          <p:cNvSpPr/>
          <p:nvPr/>
        </p:nvSpPr>
        <p:spPr>
          <a:xfrm>
            <a:off x="3429000" y="6053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warnings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17920" y="5486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100" dirty="0"/>
          </a:p>
        </p:txBody>
      </p:sp>
      <p:sp>
        <p:nvSpPr>
          <p:cNvPr id="15" name="Text 11"/>
          <p:cNvSpPr/>
          <p:nvPr/>
        </p:nvSpPr>
        <p:spPr>
          <a:xfrm>
            <a:off x="6217920" y="6053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orchestrated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006840" y="5486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100" dirty="0"/>
          </a:p>
        </p:txBody>
      </p:sp>
      <p:sp>
        <p:nvSpPr>
          <p:cNvPr id="17" name="Text 13"/>
          <p:cNvSpPr/>
          <p:nvPr/>
        </p:nvSpPr>
        <p:spPr>
          <a:xfrm>
            <a:off x="9006840" y="6053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mirrors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SuperPlane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made a complex multi-tool agentic pipeline legible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(GitHub/OpenAI/Daytona/Render) wired in one place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+ human approval as first-class nodes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biggest issues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publish is opaque (no drafts publish; publish = canvas update w/o --draft-id)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service IDs hand-patched into canvas.yaml; stale values persist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edit-time feedback — secret/integration nodes show no clear state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5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Suggestions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5603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drafts publish + live-vs-draft diff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param substitution (canvas update --set key=val)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errors that name the missing integration/secret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canvas export for docs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0841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www.cubiczan.com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ubicza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377440" cy="1380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31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Software Factory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spec → code → MAESTRO gate → live PR preview, orchestrated end-to-end on SuperPlane.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840480"/>
            <a:ext cx="420624" cy="420624"/>
          </a:xfrm>
          <a:prstGeom prst="ellipse">
            <a:avLst/>
          </a:prstGeom>
          <a:solidFill>
            <a:srgbClr val="161D3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12" dirty="0"/>
          </a:p>
        </p:txBody>
      </p:sp>
      <p:sp>
        <p:nvSpPr>
          <p:cNvPr id="7" name="Text 4"/>
          <p:cNvSpPr/>
          <p:nvPr/>
        </p:nvSpPr>
        <p:spPr>
          <a:xfrm>
            <a:off x="1280160" y="3840480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SuperPlane app 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app.superplane.com → Software Factory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4407408"/>
            <a:ext cx="420624" cy="420624"/>
          </a:xfrm>
          <a:prstGeom prst="ellipse">
            <a:avLst/>
          </a:prstGeom>
          <a:solidFill>
            <a:srgbClr val="161D3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12" dirty="0"/>
          </a:p>
        </p:txBody>
      </p:sp>
      <p:sp>
        <p:nvSpPr>
          <p:cNvPr id="10" name="Text 7"/>
          <p:cNvSpPr/>
          <p:nvPr/>
        </p:nvSpPr>
        <p:spPr>
          <a:xfrm>
            <a:off x="1280160" y="4407408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software-factory-246a.onrender.com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4974336"/>
            <a:ext cx="420624" cy="420624"/>
          </a:xfrm>
          <a:prstGeom prst="ellipse">
            <a:avLst/>
          </a:prstGeom>
          <a:solidFill>
            <a:srgbClr val="161D3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974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12" dirty="0"/>
          </a:p>
        </p:txBody>
      </p:sp>
      <p:sp>
        <p:nvSpPr>
          <p:cNvPr id="13" name="Text 10"/>
          <p:cNvSpPr/>
          <p:nvPr/>
        </p:nvSpPr>
        <p:spPr>
          <a:xfrm>
            <a:off x="1280160" y="497433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github.com/icohangar-ops/software-factory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5541264"/>
            <a:ext cx="420624" cy="420624"/>
          </a:xfrm>
          <a:prstGeom prst="ellipse">
            <a:avLst/>
          </a:prstGeom>
          <a:solidFill>
            <a:srgbClr val="161D3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541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008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12" dirty="0"/>
          </a:p>
        </p:txBody>
      </p:sp>
      <p:sp>
        <p:nvSpPr>
          <p:cNvPr id="16" name="Text 13"/>
          <p:cNvSpPr/>
          <p:nvPr/>
        </p:nvSpPr>
        <p:spPr>
          <a:xfrm>
            <a:off x="1280160" y="554126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Codeberg 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codeberg.org/cubiczan/software-factory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Cubiczan · Production-grade, open-source, governed agentic AI · www.cubiczan.com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2026-06-27T19:58:06Z</dcterms:created>
  <dcterms:modified xsi:type="dcterms:W3CDTF">2026-06-27T19:58:06Z</dcterms:modified>
</cp:coreProperties>
</file>